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9C7A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40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Website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Explainer — index.html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Sifundo Nontethelelo Khanyi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portfolio website for Sifundo Nontethelelo Khanyi, positioned as a Mechanical Engineering student looking for an internship.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0881360" cy="1737360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9718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self-contained HTML file — no frameworks, no build tools. All styling and behaviour is built directly into one page.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bar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0136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menu linking to About, Skills, Projects, Background, Contact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17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80136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pitch, short intro, “See my work” + CV download buttons, terminal-style summary box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8152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paragraphs on your path into engineering and what you're looking for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697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308152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tags for technical skills (AutoCAD, SolidWorks...) and soft skills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6168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studies, matric subjects, two online certifications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977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36168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GitHub, and LinkedIn links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 showcased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3108960"/>
          </a:xfrm>
          <a:prstGeom prst="rect">
            <a:avLst/>
          </a:prstGeom>
          <a:solidFill>
            <a:srgbClr val="233647"/>
          </a:solidFill>
          <a:ln w="12700">
            <a:solidFill>
              <a:srgbClr val="3347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11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Go-Kart Chassis Redesign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971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chassis weight while keeping the frame within safe stress limits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429000" cy="3108960"/>
          </a:xfrm>
          <a:prstGeom prst="rect">
            <a:avLst/>
          </a:prstGeom>
          <a:solidFill>
            <a:srgbClr val="233647"/>
          </a:solidFill>
          <a:ln w="12700">
            <a:solidFill>
              <a:srgbClr val="334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011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Pump Efficiency Study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71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output efficiency of three pump designs under different head pressures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29000" cy="3108960"/>
          </a:xfrm>
          <a:prstGeom prst="rect">
            <a:avLst/>
          </a:prstGeom>
          <a:solidFill>
            <a:srgbClr val="233647"/>
          </a:solidFill>
          <a:ln w="12700">
            <a:solidFill>
              <a:srgbClr val="3347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2011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Water Tank Stand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971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steel stand to support a 2,500L water tank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build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3291840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 background with a gold accent. Serif headings (Fraunces) paired with a clean sans-serif body (Inter), and monospace touches for the terminal widget — a technical, understated feel rather than a flashy template look.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257800" cy="3291840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build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HTML, CSS, and a small amount of JavaScript — no frameworks. The only script handles the mobile menu toggle. Fully responsive down to phone width.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Outstanding items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footer still reads: “This is an example placeholder portfolio — swap in your own name, projects, and links.”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&amp; LinkedIn links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07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links currently point to “#” and need real URLs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188720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840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download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793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 button needs an actual PDF file at the linked path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2026-09-09T08:47:51Z</dcterms:created>
  <dcterms:modified xsi:type="dcterms:W3CDTF">2026-09-09T08:47:51Z</dcterms:modified>
</cp:coreProperties>
</file>